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2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6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2587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97301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31247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88113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84793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8826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1445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22104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07702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57444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1289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96681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752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209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6F4E3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2772" y="4488102"/>
            <a:ext cx="2743200" cy="2743200"/>
          </a:xfrm>
          <a:prstGeom prst="ellipse">
            <a:avLst/>
          </a:prstGeom>
          <a:solidFill>
            <a:srgbClr val="B5651D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5651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Shoe Repair Management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DC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Oracle Database &amp; PL/SQL Capstone Project — Problem Statement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502920" cy="36576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2976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8A7B6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Course: </a:t>
            </a:r>
            <a:r>
              <a:rPr lang="en-US" sz="1300" dirty="0">
                <a:solidFill>
                  <a:srgbClr val="E8DC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DPR400210 – Database Programming
</a:t>
            </a:r>
            <a:r>
              <a:rPr lang="en-US" sz="1300" b="1" dirty="0">
                <a:solidFill>
                  <a:srgbClr val="8A7B6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Student: </a:t>
            </a:r>
            <a:r>
              <a:rPr lang="en-US" sz="1300" dirty="0">
                <a:solidFill>
                  <a:srgbClr val="E8DC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Prince Deinuks | 32239/2025
</a:t>
            </a:r>
            <a:r>
              <a:rPr lang="en-US" sz="1300" b="1" dirty="0">
                <a:solidFill>
                  <a:srgbClr val="8A7B6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Instructor: </a:t>
            </a:r>
            <a:r>
              <a:rPr lang="en-US" sz="1300" dirty="0">
                <a:solidFill>
                  <a:srgbClr val="E8DC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Eric Maniraguha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3018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3D2B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45097"/>
            <a:ext cx="6106684" cy="4581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1. Customers’ information is written on paper and can be lost.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2. It is hard to know which shoes are ready or still being repaired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3. Repair records are not well organized.</a:t>
            </a:r>
          </a:p>
          <a:p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4. Workers may forget the repair details for a customer’s shoes.</a:t>
            </a:r>
          </a:p>
          <a:p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5. It is difficult to track payments and unpaid bills.</a:t>
            </a:r>
            <a:endParaRPr lang="en-US" dirty="0"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0116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53212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32120" y="20116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337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703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32120" y="3385165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32120" y="3703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00684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06840" y="22402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006840" y="3886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06840" y="429768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</p:txBody>
      </p:sp>
      <p:sp>
        <p:nvSpPr>
          <p:cNvPr id="27" name="Flowchart: Document 26"/>
          <p:cNvSpPr/>
          <p:nvPr/>
        </p:nvSpPr>
        <p:spPr>
          <a:xfrm rot="5400000">
            <a:off x="7253138" y="1919141"/>
            <a:ext cx="6858002" cy="3019720"/>
          </a:xfrm>
          <a:prstGeom prst="flowChartDocumen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8" name="Flowchart: Document 27"/>
          <p:cNvSpPr/>
          <p:nvPr/>
        </p:nvSpPr>
        <p:spPr>
          <a:xfrm rot="5400000">
            <a:off x="6606774" y="1942864"/>
            <a:ext cx="6858002" cy="2972271"/>
          </a:xfrm>
          <a:prstGeom prst="flowChartDocument">
            <a:avLst/>
          </a:prstGeom>
          <a:solidFill>
            <a:srgbClr val="5A56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2B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Objectives &amp; Expected Benefits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29347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7F2E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3D2B1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6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Objectives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2752344"/>
            <a:ext cx="128016" cy="128016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62432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smtClean="0"/>
              <a:t>Store </a:t>
            </a:r>
            <a:r>
              <a:rPr lang="en-US" sz="125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customer</a:t>
            </a:r>
            <a:r>
              <a:rPr lang="en-US" sz="1250" dirty="0" smtClean="0"/>
              <a:t> information. 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374136"/>
            <a:ext cx="128016" cy="128016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24612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smtClean="0"/>
              <a:t>Record all </a:t>
            </a:r>
            <a:r>
              <a:rPr lang="en-US" sz="125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shoe</a:t>
            </a:r>
            <a:r>
              <a:rPr lang="en-US" sz="1250" dirty="0" smtClean="0"/>
              <a:t> repair orders.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995928"/>
            <a:ext cx="128016" cy="128016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86791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smtClean="0"/>
              <a:t>Manage </a:t>
            </a:r>
            <a:r>
              <a:rPr lang="en-US" sz="125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payment</a:t>
            </a:r>
            <a:r>
              <a:rPr lang="en-US" sz="1250" dirty="0" smtClean="0"/>
              <a:t> </a:t>
            </a:r>
            <a:r>
              <a:rPr lang="en-US" sz="125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records</a:t>
            </a:r>
            <a:r>
              <a:rPr lang="en-US" sz="1250" dirty="0" smtClean="0"/>
              <a:t>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617720"/>
            <a:ext cx="128016" cy="128016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489704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smtClean="0"/>
              <a:t>Produce </a:t>
            </a:r>
            <a:r>
              <a:rPr lang="en-US" sz="125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accurate</a:t>
            </a:r>
            <a:r>
              <a:rPr lang="en-US" sz="1250" dirty="0" smtClean="0"/>
              <a:t> repair </a:t>
            </a:r>
            <a:r>
              <a:rPr lang="en-US" sz="125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information</a:t>
            </a:r>
            <a:r>
              <a:rPr lang="en-US" sz="1250" dirty="0" smtClean="0"/>
              <a:t>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43000" y="5111496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169164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3D2B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1965960"/>
            <a:ext cx="457200" cy="45720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0" y="1965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Expected Benefits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537960" y="2752344"/>
            <a:ext cx="128016" cy="128016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262432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smtClean="0">
                <a:solidFill>
                  <a:schemeClr val="bg1"/>
                </a:solidFill>
                <a:latin typeface="Helvetica" pitchFamily="34" charset="0"/>
                <a:cs typeface="Helvetica" pitchFamily="34" charset="-120"/>
              </a:rPr>
              <a:t>Faster customer service.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37960" y="3374136"/>
            <a:ext cx="128016" cy="128016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324612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smtClean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Reduced</a:t>
            </a:r>
            <a:r>
              <a:rPr lang="en-US" sz="1250" dirty="0" smtClean="0">
                <a:solidFill>
                  <a:schemeClr val="bg1"/>
                </a:solidFill>
              </a:rPr>
              <a:t> paperwork.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37960" y="3995928"/>
            <a:ext cx="128016" cy="128016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386791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smtClean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Improved</a:t>
            </a:r>
            <a:r>
              <a:rPr lang="en-US" sz="1250" dirty="0" smtClean="0">
                <a:solidFill>
                  <a:schemeClr val="bg1"/>
                </a:solidFill>
              </a:rPr>
              <a:t> accuracy of records.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37960" y="4617720"/>
            <a:ext cx="128016" cy="128016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4489704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smtClean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Better</a:t>
            </a:r>
            <a:r>
              <a:rPr lang="en-US" sz="1250" dirty="0" smtClean="0">
                <a:solidFill>
                  <a:schemeClr val="bg1"/>
                </a:solidFill>
              </a:rPr>
              <a:t> management of payments  and business operations.</a:t>
            </a:r>
          </a:p>
        </p:txBody>
      </p:sp>
      <p:sp>
        <p:nvSpPr>
          <p:cNvPr id="31" name="Text 29"/>
          <p:cNvSpPr/>
          <p:nvPr/>
        </p:nvSpPr>
        <p:spPr>
          <a:xfrm>
            <a:off x="6812280" y="5111496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25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7108</TotalTime>
  <Words>140</Words>
  <Application>Microsoft Office PowerPoint</Application>
  <PresentationFormat>Widescreen</PresentationFormat>
  <Paragraphs>26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Prince</cp:lastModifiedBy>
  <cp:revision>19</cp:revision>
  <dcterms:created xsi:type="dcterms:W3CDTF">2026-07-09T17:43:44Z</dcterms:created>
  <dcterms:modified xsi:type="dcterms:W3CDTF">2026-07-14T20:09:18Z</dcterms:modified>
</cp:coreProperties>
</file>