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94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2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2618"/>
          </a:solidFill>
          <a:ln/>
        </p:spPr>
      </p:sp>
      <p:sp>
        <p:nvSpPr>
          <p:cNvPr id="3" name="Shape 1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4" name="Image 0" descr="sh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121158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9260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SHOE REPAIR MANAGEMENT SYSTEM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Oracle Database Capstone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8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32239_2025_ShoeRepair_DB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– Database Programming with Oracle Database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760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 Adventists of Kigali  |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B3F2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2743200"/>
            <a:ext cx="1463040" cy="14630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0632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554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shoe repair shops still use paper books.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67919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slow to find orders and track work.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73075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database system for a shoe repair shop.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78231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709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staff record customers, shoes, and repairs safely.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E9DC"/>
          </a:solidFill>
          <a:ln/>
          <a:effectLst>
            <a:outerShdw blurRad="76200" dist="25400" dir="5400000" algn="bl" rotWithShape="0">
              <a:srgbClr val="3B261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2240280"/>
            <a:ext cx="822960" cy="82296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5" name="Image 0" descr="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Records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notes get lost or torn.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56616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E9DC"/>
          </a:solidFill>
          <a:ln/>
          <a:effectLst>
            <a:outerShdw blurRad="76200" dist="25400" dir="5400000" algn="bl" rotWithShape="0">
              <a:srgbClr val="3B2618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57700" y="2240280"/>
            <a:ext cx="822960" cy="82296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10" name="Image 1" descr="tool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</a:t>
            </a: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4904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a customer's shoe fast.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922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E9DC"/>
          </a:solidFill>
          <a:ln/>
          <a:effectLst>
            <a:outerShdw blurRad="76200" dist="25400" dir="5400000" algn="bl" rotWithShape="0">
              <a:srgbClr val="3B2618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83780" y="2240280"/>
            <a:ext cx="822960" cy="82296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15" name="Image 2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2423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7512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see order status.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41832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E9DC"/>
          </a:solidFill>
          <a:ln/>
          <a:effectLst>
            <a:outerShdw blurRad="76200" dist="25400" dir="5400000" algn="bl" rotWithShape="0">
              <a:srgbClr val="3B2618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309860" y="2240280"/>
            <a:ext cx="822960" cy="82296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20" name="Image 3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740" y="24231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55480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601200" y="37947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change records anytime.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3F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53619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customer and shoe details safely.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3F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1343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repair order from start to end.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3F2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09067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PL/SQL to run business rules.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3F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8679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audit trail of changes.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3F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6451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simple reports for the owner.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2194560"/>
            <a:ext cx="2377440" cy="237744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9" name="Image 0" descr="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697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flows through the shop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6B3F2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shoe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21945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194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C68B59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1945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92040" y="2194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6B3F27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1945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21945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040880" y="2194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C68B5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21945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updates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0" y="2194560"/>
            <a:ext cx="320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6B3F27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1945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&amp; picks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Customer, Front Desk Staff, Repair Technician, Manager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using a swimlane workflow diagram, from drop-off to pick-up.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tables, built up to 3NF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07208" y="1965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1965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74336" y="1965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0056" y="1965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41464" y="1965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7184" y="1965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SERVICE_MATERIAL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08592" y="1965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4312" y="1965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PUBLIC_HOLIDAY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REPAIR_ORDER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07208" y="3108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3108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74336" y="3108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108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ORDER_MATERIAL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41464" y="3108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3108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08592" y="310896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E9DC"/>
          </a:solidFill>
          <a:ln w="19050">
            <a:solidFill>
              <a:srgbClr val="6B3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3108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25" name="Image 0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562856"/>
            <a:ext cx="338328" cy="3383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7160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tables split services and materials so each repair can list many of each. Keys link every table together.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37960" y="4434840"/>
            <a:ext cx="594360" cy="59436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28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562856"/>
            <a:ext cx="338328" cy="33832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69480" y="44348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PUBLIC_HOLIDAY and AUDIT_LOG support the business rule and track all changes made.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6B3F2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2651760"/>
            <a:ext cx="1463040" cy="14630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9718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297680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1051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7373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built to match the design (ERD).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6974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added: Primary Key, Foreign Key, Not Null, Check.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73075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added for testing.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69087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61772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used to add, update, and view records.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&amp; Business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4E9D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5" name="Image 0" descr="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105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&amp; Functions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common tasks, like adding a new order.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4E9DC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10" name="Image 1" descr="tool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19431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8105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automatically when data changes.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5544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4E9DC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1783080"/>
            <a:ext cx="731520" cy="73152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15" name="Image 2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19431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440" y="181051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676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who changed what, and when.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3B2618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14400" y="44805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can add, change, or delete records on weekdays (Mon–Fri) or on public holidays. This keeps data safe during busy work hours.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Innovation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11680" cy="201168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4" name="Image 0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17170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3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1089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3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76072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3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4124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Tracking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4E9D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6118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dashboard shows repair status and daily income, so the shop owner can see the business at a glance.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44805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Oracle APEX / Power BI as the extra innovation piece.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731520"/>
            <a:ext cx="1828800" cy="1828800"/>
          </a:xfrm>
          <a:prstGeom prst="ellipse">
            <a:avLst/>
          </a:prstGeom>
          <a:solidFill>
            <a:srgbClr val="6B3F27"/>
          </a:solidFill>
          <a:ln/>
        </p:spPr>
      </p:sp>
      <p:pic>
        <p:nvPicPr>
          <p:cNvPr id="3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112014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834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makes shoe repair work faster, safer, and easier to track.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442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</cp:lastModifiedBy>
  <cp:revision>2</cp:revision>
  <dcterms:created xsi:type="dcterms:W3CDTF">2026-07-14T18:30:05Z</dcterms:created>
  <dcterms:modified xsi:type="dcterms:W3CDTF">2026-07-14T20:26:46Z</dcterms:modified>
</cp:coreProperties>
</file>